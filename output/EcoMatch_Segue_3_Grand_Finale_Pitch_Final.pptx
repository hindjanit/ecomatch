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b43ddcc4694300" /><Relationship Type="http://schemas.openxmlformats.org/officeDocument/2006/relationships/extended-properties" Target="/docProps/app.xml" Id="R7167841f5ecb4637" /><Relationship Type="http://schemas.openxmlformats.org/officeDocument/2006/relationships/officeDocument" Target="/ppt/presentation.xml" Id="R91d43cd601b3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897ce9397498b"/>
  </p:sldMasterIdLst>
  <p:notesMasterIdLst>
    <p:notesMasterId xmlns:r="http://schemas.openxmlformats.org/officeDocument/2006/relationships" r:id="R21e40c0629bc4691"/>
  </p:notesMasterIdLst>
  <p:sldIdLst>
    <p:sldId xmlns:r="http://schemas.openxmlformats.org/officeDocument/2006/relationships" id="256" r:id="Rc7a1d9c6a0e04722"/>
    <p:sldId xmlns:r="http://schemas.openxmlformats.org/officeDocument/2006/relationships" id="257" r:id="R72e524a156204b4b"/>
    <p:sldId xmlns:r="http://schemas.openxmlformats.org/officeDocument/2006/relationships" id="258" r:id="Rcda03c6c1753464e"/>
    <p:sldId xmlns:r="http://schemas.openxmlformats.org/officeDocument/2006/relationships" id="259" r:id="Rd7854ed3c34f4e07"/>
    <p:sldId xmlns:r="http://schemas.openxmlformats.org/officeDocument/2006/relationships" id="260" r:id="R76c15859bfd240ea"/>
    <p:sldId xmlns:r="http://schemas.openxmlformats.org/officeDocument/2006/relationships" id="261" r:id="R038ce1a41030428b"/>
    <p:sldId xmlns:r="http://schemas.openxmlformats.org/officeDocument/2006/relationships" id="262" r:id="R55240fb9f86141c4"/>
    <p:sldId xmlns:r="http://schemas.openxmlformats.org/officeDocument/2006/relationships" id="263" r:id="R06cc96861b94488d"/>
    <p:sldId xmlns:r="http://schemas.openxmlformats.org/officeDocument/2006/relationships" id="264" r:id="R43f79ae6fa8046ea"/>
    <p:sldId xmlns:r="http://schemas.openxmlformats.org/officeDocument/2006/relationships" id="265" r:id="Rc1b81773484243ae"/>
    <p:sldId xmlns:r="http://schemas.openxmlformats.org/officeDocument/2006/relationships" id="266" r:id="R966b2734a21843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55bb9842c4bd1" /><Relationship Type="http://schemas.openxmlformats.org/officeDocument/2006/relationships/slideMaster" Target="/ppt/slideMasters/slideMaster1.xml" Id="Rb51897ce9397498b" /><Relationship Type="http://schemas.openxmlformats.org/officeDocument/2006/relationships/notesMaster" Target="/ppt/notesMasters/notesMaster1.xml" Id="R21e40c0629bc4691" /><Relationship Type="http://schemas.openxmlformats.org/officeDocument/2006/relationships/presProps" Target="/ppt/presProps.xml" Id="Raa56585bdfad4bc9" /><Relationship Type="http://schemas.openxmlformats.org/officeDocument/2006/relationships/tableStyles" Target="/ppt/tableStyles.xml" Id="R2943eece888f4757" /><Relationship Type="http://schemas.openxmlformats.org/officeDocument/2006/relationships/slide" Target="/ppt/slides/slide1.xml" Id="Rc7a1d9c6a0e04722" /><Relationship Type="http://schemas.openxmlformats.org/officeDocument/2006/relationships/slide" Target="/ppt/slides/slide2.xml" Id="R72e524a156204b4b" /><Relationship Type="http://schemas.openxmlformats.org/officeDocument/2006/relationships/slide" Target="/ppt/slides/slide3.xml" Id="Rcda03c6c1753464e" /><Relationship Type="http://schemas.openxmlformats.org/officeDocument/2006/relationships/slide" Target="/ppt/slides/slide4.xml" Id="Rd7854ed3c34f4e07" /><Relationship Type="http://schemas.openxmlformats.org/officeDocument/2006/relationships/slide" Target="/ppt/slides/slide5.xml" Id="R76c15859bfd240ea" /><Relationship Type="http://schemas.openxmlformats.org/officeDocument/2006/relationships/slide" Target="/ppt/slides/slide6.xml" Id="R038ce1a41030428b" /><Relationship Type="http://schemas.openxmlformats.org/officeDocument/2006/relationships/slide" Target="/ppt/slides/slide7.xml" Id="R55240fb9f86141c4" /><Relationship Type="http://schemas.openxmlformats.org/officeDocument/2006/relationships/slide" Target="/ppt/slides/slide8.xml" Id="R06cc96861b94488d" /><Relationship Type="http://schemas.openxmlformats.org/officeDocument/2006/relationships/slide" Target="/ppt/slides/slide9.xml" Id="R43f79ae6fa8046ea" /><Relationship Type="http://schemas.openxmlformats.org/officeDocument/2006/relationships/slide" Target="/ppt/slides/slide10.xml" Id="Rc1b81773484243ae" /><Relationship Type="http://schemas.openxmlformats.org/officeDocument/2006/relationships/slide" Target="/ppt/slides/slide11.xml" Id="R966b2734a21843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0845e680bb44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d11e568294bcc" /><Relationship Type="http://schemas.openxmlformats.org/officeDocument/2006/relationships/notesMaster" Target="/ppt/notesMasters/notesMaster1.xml" Id="R0040a32e0b5b4c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7b82ef242d463a" /><Relationship Type="http://schemas.openxmlformats.org/officeDocument/2006/relationships/notesMaster" Target="/ppt/notesMasters/notesMaster1.xml" Id="R4f21250a086243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c61e8a73c41ef" /><Relationship Type="http://schemas.openxmlformats.org/officeDocument/2006/relationships/notesMaster" Target="/ppt/notesMasters/notesMaster1.xml" Id="R8945c68af60a4d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9fefe235d4f10" /><Relationship Type="http://schemas.openxmlformats.org/officeDocument/2006/relationships/notesMaster" Target="/ppt/notesMasters/notesMaster1.xml" Id="R2151e2ac6ca0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08f03665d478b" /><Relationship Type="http://schemas.openxmlformats.org/officeDocument/2006/relationships/notesMaster" Target="/ppt/notesMasters/notesMaster1.xml" Id="R2e8bf60111df4f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2e0909b5d489f" /><Relationship Type="http://schemas.openxmlformats.org/officeDocument/2006/relationships/notesMaster" Target="/ppt/notesMasters/notesMaster1.xml" Id="Rc923702141c548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b5c3f1bdb34ef2" /><Relationship Type="http://schemas.openxmlformats.org/officeDocument/2006/relationships/notesMaster" Target="/ppt/notesMasters/notesMaster1.xml" Id="R747f9ebdc22d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6d0d36ac514c89" /><Relationship Type="http://schemas.openxmlformats.org/officeDocument/2006/relationships/notesMaster" Target="/ppt/notesMasters/notesMaster1.xml" Id="R5af80a8f1bb141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b3b6765424500" /><Relationship Type="http://schemas.openxmlformats.org/officeDocument/2006/relationships/notesMaster" Target="/ppt/notesMasters/notesMaster1.xml" Id="R4be247c2b80841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f65434b17749a4" /><Relationship Type="http://schemas.openxmlformats.org/officeDocument/2006/relationships/notesMaster" Target="/ppt/notesMasters/notesMaster1.xml" Id="R807ccd82d2af41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1fa16ace694889" /><Relationship Type="http://schemas.openxmlformats.org/officeDocument/2006/relationships/notesMaster" Target="/ppt/notesMasters/notesMaster1.xml" Id="R58ebf7eefc67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EcoMatch helps cities recover value before usable material becomes waste. Show the live product after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framing. No local waste statistic is claimed without a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https://sdgs.un.org/goals/goal11. Target 11.6 wording. EcoMatch contribution is an intended pathway, not a measured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problem model based on product design observation. No customer validation count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EcoMatch workflow. Demo it live after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proof based on deployed EcoMatch application. Live URL: https://eco-match-sepia.vercel.app/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Integrity controls: browser does not choose pickup, product price or distance. Real carrier booking and payment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every user verified. The platform displays distinct identity, listing and handover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impact measures are proposed product metrics. No environmental savings figures are claimed until measurement methodology and pilot data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a plan, not a forecast. Avoid revenue claims until pilot metrics and pricing validation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invite judges to open the deployed app. End, then switch to the live product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4b4f9df7c45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98c91a21a4828" /><Relationship Type="http://schemas.openxmlformats.org/officeDocument/2006/relationships/slideLayout" Target="/ppt/slideLayouts/slideLayout1.xml" Id="R7e36387bf0c64d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6387bf0c64d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c197bc7c74c46" /><Relationship Type="http://schemas.openxmlformats.org/officeDocument/2006/relationships/notesSlide" Target="/ppt/notesSlides/notesSlide1.xml" Id="R1ba9f535b880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dc33f2c9749ec" /><Relationship Type="http://schemas.openxmlformats.org/officeDocument/2006/relationships/notesSlide" Target="/ppt/notesSlides/notesSlide2.xml" Id="Rdb30b2855c5f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a9624f1e947e5" /><Relationship Type="http://schemas.openxmlformats.org/officeDocument/2006/relationships/notesSlide" Target="/ppt/notesSlides/notesSlide3.xml" Id="Rfab4cb05e3884c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3e22f2086446e" /><Relationship Type="http://schemas.openxmlformats.org/officeDocument/2006/relationships/notesSlide" Target="/ppt/notesSlides/notesSlide4.xml" Id="R1c61adf6e9a74c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6bada455b4a56" /><Relationship Type="http://schemas.openxmlformats.org/officeDocument/2006/relationships/notesSlide" Target="/ppt/notesSlides/notesSlide5.xml" Id="R1cff28477e6a40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04fc8b70f48cc" /><Relationship Type="http://schemas.openxmlformats.org/officeDocument/2006/relationships/image" Target="/ppt/media/image.png" Id="R5163df33df2d4ea1" /><Relationship Type="http://schemas.openxmlformats.org/officeDocument/2006/relationships/notesSlide" Target="/ppt/notesSlides/notesSlide6.xml" Id="R6d6523c4bfd449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acd3065dd45c4" /><Relationship Type="http://schemas.openxmlformats.org/officeDocument/2006/relationships/notesSlide" Target="/ppt/notesSlides/notesSlide7.xml" Id="R950d6cbc3f9e4a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9c1186df04737" /><Relationship Type="http://schemas.openxmlformats.org/officeDocument/2006/relationships/notesSlide" Target="/ppt/notesSlides/notesSlide8.xml" Id="R7c5fae4655ff47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f4d1f4c64030" /><Relationship Type="http://schemas.openxmlformats.org/officeDocument/2006/relationships/notesSlide" Target="/ppt/notesSlides/notesSlide9.xml" Id="R1ba2921069f84d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dcc1d302a43d2" /><Relationship Type="http://schemas.openxmlformats.org/officeDocument/2006/relationships/notesSlide" Target="/ppt/notesSlides/notesSlide10.xml" Id="R6991249781ff4c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37dad5f244f87" /><Relationship Type="http://schemas.openxmlformats.org/officeDocument/2006/relationships/notesSlide" Target="/ppt/notesSlides/notesSlide11.xml" Id="Rf2cb95c3e5b446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5F4E0-3030-4309-97B2-02D1B9C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857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C207F-FE38-4F38-ABF8-DE803C0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533E6-9502-4AC3-A061-B7C6DED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7239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circular marketplace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cleaner, more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resourceful cities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B9FB4-3FAF-4A3E-9052-F182DBE5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Giving usable materials, equipment and industrial surplus a trusted second life.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17339-C32F-4596-A787-EC3B56E1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6D0A4-1FE5-48F5-A806-65430542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9A258-627D-4FD9-84DC-4AE4511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Sustainable Cities</a:t>
            </a:r>
          </a:p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and Communities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71274-2E02-48F4-971D-5CC4429B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Segue 3.0 Finale  |  Team EcoMatch</a:t>
            </a:r>
          </a:p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Janit Kumar Hind · Krish Tiwari · Jeetu Yadav · Khushboo Sharma · Khushi Kumari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B1E6-DEB9-4BC8-9DAF-D33D4A6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53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Live product</a:t>
            </a:r>
          </a:p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513156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A35E7-34F7-4F80-84B9-77332B5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7C040-C39C-406C-8BDD-DD74A4B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The urban surplus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905EE-F06D-4203-92A0-FA74CBF4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Usable assets are difficult to discover, verify and move before they become 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5073-86E4-4FF9-86E2-6AA20D5A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37860-B4E2-431C-BB3D-65870E33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9F92B-D184-48B4-AFA3-BE03AD3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city already has the material it needs.</a:t>
            </a:r>
          </a:p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It is simply locked inside offices, warehouses and institutions.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C98F3-6DD5-43E5-9571-8E72FCE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191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1977C-31A0-4ED2-9F37-834EFBEB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What happens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FE581-A1CC-462C-AD77-32985E9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A4AD0-3656-4F08-840D-A79D31D5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D6C9A-64DE-4EA3-B11D-BD71BA1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seller has usable surplus but no trusted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23D63-2D06-48BB-A313-2E4E524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240D1-9CC4-4361-A26D-066C666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26EA9-293B-4DDC-9CF8-EAE44A8D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buyer cannot assess condition, location or fair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5AC70-3FE9-4D35-B17D-70E5DE75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FF117-C315-4DBD-9603-5B1DCA6B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B9FB9-E57F-4368-98DB-49E4BAB4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Transport and handover feel risky, so reuse stalls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D1855-4BF1-4FE4-AF85-1467275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Result: material loses value, disposal pressure grows and cities miss a local reuse opportunity.</a:t>
            </a:r>
          </a:p>
        </p:txBody>
      </p:sp>
    </p:spTree>
    <p:extLst>
      <p:ext uri="{BB962C8B-B14F-4D97-AF65-F5344CB8AC3E}">
        <p14:creationId xmlns:p14="http://schemas.microsoft.com/office/powerpoint/2010/main" val="1275294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9BA2D-A6EA-4505-9EB2-B70228F3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FA536-1D49-4BEC-B024-65CF2A3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Reuse before disposal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1E5CC-0067-41AA-9522-473CCF4C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EcoMatch creates a local path for usable assets before they enter the waste stream.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BA601-C501-4ECB-B0AB-5AEF4AE2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F47BE-6E20-460F-9F35-093CAB4B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0BBD6-AC55-49B8-883A-34C442AF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“Reduce the adverse per capita environmental impact of cities … paying special attention to air quality and municipal and other waste management.”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D9471-8767-4776-AA1E-4F0C20A2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8859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98247-75FD-455F-80DE-B6439AA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D8476-BA9D-4ACF-98B7-1E5A9D5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45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Waste management</a:t>
            </a:r>
          </a:p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&amp; city impact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2FC5C-AE77-4378-8186-95A722C4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823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F7E7"/>
                </a:solidFill>
                <a:latin typeface="Arial"/>
                <a:ea typeface="Arial"/>
                <a:cs typeface="Arial"/>
              </a:rPr>
              <a:t>EcoMatch acts upstream: it makes reuse a practical option before a usable item reaches the waste stream.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F5CF7-AC4F-436E-B95D-2D33FC3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67425"/>
            <a:ext cx="685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Source: United Nations Sustainable Development Goal 11, Target 11.6</a:t>
            </a:r>
          </a:p>
        </p:txBody>
      </p:sp>
    </p:spTree>
    <p:extLst>
      <p:ext uri="{BB962C8B-B14F-4D97-AF65-F5344CB8AC3E}">
        <p14:creationId xmlns:p14="http://schemas.microsoft.com/office/powerpoint/2010/main" val="372050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AA4E9-E32E-4791-96E3-1C8248E1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02D39-20D7-4ADC-B894-836F649D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Three users, one broken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59826-0067-4C5A-A0BD-5F65294D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Each stakeholder sees the same surplus through a different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DACA6-EB73-4DB2-BD45-BC13B3A9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7D64-D3D2-4F50-84B9-C5A2F82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A96B4-E18D-4C0E-BD25-8BFD3CA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05EFF-EBB2-4AC5-9FFD-4AD55915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Material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AFE97-9440-4804-BA0B-CF297CD2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want to recover value, but I need a serious buyer and safe pickup.”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E5C2F-1618-42C3-A548-CF695F9B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D3EDD-42BE-4E51-9AAB-368364A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DB05D-2252-4D01-99FD-3D9093B9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Buyer / recycler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3591A-7A53-47B3-9E69-E6E2853A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need condition, price and location clarity before committing.”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D5762-F30C-4DE7-B0EE-878DCA29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F765A-C245-4A55-9D22-CCF70DD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4FCCB-9CEC-4D2A-AA26-26F2240D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City ecosystem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EF331-5BCA-4860-A5AD-DCCF593B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“More assets should circulate locally before they become disposal work.”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C3871-2D8A-480B-8945-BDE31D01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0045A-8355-4F76-A834-AB2E60B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EcoMatch gives each side the information and protocol needed to progress to a safe exchange.</a:t>
            </a:r>
          </a:p>
        </p:txBody>
      </p:sp>
    </p:spTree>
    <p:extLst>
      <p:ext uri="{BB962C8B-B14F-4D97-AF65-F5344CB8AC3E}">
        <p14:creationId xmlns:p14="http://schemas.microsoft.com/office/powerpoint/2010/main" val="1590469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5BA51-2103-418F-BEEB-2C6D2BEA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B79E0-FA56-4A37-A1C2-38C11142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EcoMatch turns scattered surplus into a trusted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0A950-BA75-4CF6-AA83-C69739D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LIST  →  MATCH  →  VERIFY  →  DEAL  →  MOVE  →  HANDOVER  →  OWNERSHIP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581A9-2DC9-4051-A3A6-77FC553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BED0-D97F-4F03-9F89-DF0AAB0F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CD040-E788-4609-AFF5-C67DF62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8BC1C-909B-464B-B68A-8B1C186C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4302F-4560-478F-A389-94943B47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47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3541B-FF1F-49D4-8056-4E380BDF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66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Photos and product details become a structured listing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A4BCD-94C5-42DE-99C8-0C59267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289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A307A-5A2C-499C-AF75-93EAE467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51AD3-094E-4584-AA48-67ED6F9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1467C-5E37-4826-AD69-9D540CA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347B6-5D76-4E27-B42A-02F4E48E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337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AI assistance, condition notes and fair-price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05CB0-9ADC-470F-AD5B-EE535BCC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AF973-A1E8-4B9D-877C-AADE5E07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DEDCD-5CE6-44C7-8CA8-4E50E8D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180A4-35AC-41BB-ABF2-62A75B0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1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E04FC-F236-4C04-A85E-20B1D07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04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Private negotiation with verified identity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BBA06-8F39-4632-B962-3D15634C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624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F4103-4CD0-4D00-AC2A-4CDC0968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FEED5-30B2-4E4E-B839-67CA515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A396C-2F32-4479-B6CC-A5D7AD3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81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A51FF-99EA-418F-8E88-E1DF1A1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672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Seller pickup and buyer destination create a route estimate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E0E40-D809-4730-A457-E4F7D0FE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6EE39-6F16-4855-9B22-17C17F1C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2CA0B-CE10-45FF-A9F0-95E79027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DDF2E-7041-43E0-934A-92EADC54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3587F-13F3-4F8C-B1E7-99C5F4AF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33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Evidence, QR/OTP handover and ledger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76F25-43AB-4CA8-97A2-63C42CA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One platform for discovery, confidence and accountable handover.</a:t>
            </a:r>
          </a:p>
        </p:txBody>
      </p:sp>
    </p:spTree>
    <p:extLst>
      <p:ext uri="{BB962C8B-B14F-4D97-AF65-F5344CB8AC3E}">
        <p14:creationId xmlns:p14="http://schemas.microsoft.com/office/powerpoint/2010/main" val="1512677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2016C-5C92-471D-86F8-5A8939D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05177-4E33-49D2-90B3-18EB0A35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This is not a concept. EcoMatch is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255B0-9910-4C88-85B0-83F5A760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 deployed product connects discovery to a secure deal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576CE-A399-4D79-ABA7-C1070D40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54CAE-FF4D-4213-8D1F-912692CB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5980-9D40-44BC-B8B0-350B7E82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71E87-BE5B-4C65-AB6D-8F06984D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4BDDC-5F91-45BD-A267-6587006E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159F0-F917-4C45-979E-4D2528A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Search reusable materials, filter by location and view seller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7E341-815B-4DCD-AAA7-66F5CCD6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8ABDF-76F5-4B0D-BA50-B94B5A6F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4CB06-3B3B-4C3B-83D3-BBFED774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AI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E3A0E-9B36-4953-872D-0AECE56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Classify materials and support clearer product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D1118-08F3-4CF3-9244-8F23AA7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61EDE-7C37-429B-9094-B96D8CC6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7E9CA-00C4-441A-A4EE-2B03994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Deal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F63C0-0D13-429F-A539-A84692B9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Agree terms, chat privately and choose fulfilment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71AF9-CD38-46EB-AAC5-27483183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1C5B9-DA8D-4BAC-9352-B42CA72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430B0-FA48-4896-8F32-61BE7589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Secure 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75A90-D0AD-4F70-8B05-F8F60E35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Route-based estimate, payment simulation, QR/OTP handover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2182C-51BE-4E6F-AF75-1658859C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7CF2E-2EEA-443C-852C-1D3FA422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EF12A-3EEA-4003-93EB-D54E478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2E82C-075F-4D09-9846-F0DC22F1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Record completion and ownership 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B8711-30C1-4E0D-B366-4243D27C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D0634-201E-42A7-91E6-FEDAA5E8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D29FE-136E-48E2-A08E-AADEA92E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Center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F7B25-486A-43C2-8D53-A48B6F88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Admin review for listings, delivery cases and disputes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E99A9-39EA-4671-A106-174AAF2B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Live demo: eco-match-sepia.vercel.app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A16AA2-EB1F-4252-BF37-AFFD9228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667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3df33df2d4ea1"/>
          <a:srcRect xmlns:a="http://schemas.openxmlformats.org/drawingml/2006/main" l="10010" t="0" r="10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8265634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F27A1-5D22-4591-8B63-F06E205A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F0112-C197-41AE-B6DA-2C31610F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marketplace is easy to build. Trust is harder.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A45CF-5D15-4275-B06B-B57FE563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VERIFY THE PERSON  →  VERIFY THE PRODUCT  →  SECURE THE MEETING  →  VERIFY THE EXCHANGE  →  TRACE THE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9B655-B467-45B7-9AF2-BFB9302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CDE79-DD32-4C01-BEA5-72243A4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73D22-3B79-48CC-8440-D97BA08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F2086-6699-48B5-BA60-3AE228E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Seller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5A6A8-2812-46CC-B89C-63D14E4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pickup location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price from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DEE9F-B6FD-4B7D-8CA1-FAB00F68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59DF1-CD42-45A7-B8C6-E31C334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3CE9C-A010-441B-ACA0-7B4B9DD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04A76-6871-417A-AEF0-5B374AAF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 distance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 &amp; vehicle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61965-2DC2-4267-B3A3-F5CBB8C9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40BD1-7581-4647-B2C4-FCF30628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BE318-69FF-4E62-A6E4-74ABE596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1E6A3-8ED8-4954-A716-378B8A64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location or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searched destination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CE7B9-EBAA-46B8-AB7F-A97130B2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total = product price + delivery estimate + 10% delivery service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694D9-9014-4FD1-A03D-15083B4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Carrier booking and payment stay labelled as simulation until partner and gateway credentials are connected.</a:t>
            </a:r>
          </a:p>
        </p:txBody>
      </p:sp>
    </p:spTree>
    <p:extLst>
      <p:ext uri="{BB962C8B-B14F-4D97-AF65-F5344CB8AC3E}">
        <p14:creationId xmlns:p14="http://schemas.microsoft.com/office/powerpoint/2010/main" val="1541238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DB54E-C325-41F0-90DE-44910871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BD36F-1545-4B7D-B153-70FA4719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moves the exchange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61300-55BF-46B2-9E63-4D039744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separates the signals a buyer needs before agreeing to a handover.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59A5E-39F5-4D07-8382-9F963B8D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CE67-A4F7-4D56-BD16-706E618E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E82D0-EE75-4B34-923F-F0A6193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DC8D4-EFC9-4464-B6B4-8812757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EFB6C-BB67-4D61-AB29-CB58BE8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DA35E-28E9-440A-9D38-50385792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KYC status makes the counterparty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2E595-6A0D-4E4E-99C5-B1E6AF7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466EC-5EF4-4CCA-89D0-BD825146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39C5E-E74C-47E1-88C2-12FB29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F08E8-18AA-4674-BED1-F282CBAC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Images, condition and admin review support listing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11210-3D8C-4FFA-BD40-D99CA27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6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3A61D-5BA5-4CA8-A61F-29369CD9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57D6D-A584-4C9A-BDD0-3113C114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19FC6-934B-463F-95B1-1141D41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Private deal terms and payment state create a shared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75F86-808F-4908-9C86-8DA5179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A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B25D9-FCBC-47F5-B8E6-E9FA582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C90C7-396B-4099-9891-BDA096C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A83B3-5CD2-4A06-A607-F4685A0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Evidence plus a time-bound QR/OTP completes the physical exchange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427DD-1A74-4B9A-B927-EC93F396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The aim: make the transaction inspectable, accountable and easier to complete.</a:t>
            </a:r>
          </a:p>
        </p:txBody>
      </p:sp>
    </p:spTree>
    <p:extLst>
      <p:ext uri="{BB962C8B-B14F-4D97-AF65-F5344CB8AC3E}">
        <p14:creationId xmlns:p14="http://schemas.microsoft.com/office/powerpoint/2010/main" val="1966703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40490-F4FC-46F9-B338-D47C9E3D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70D00-B9AC-4473-87EF-0C3DB61E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measurement begins with every completed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EE48D-B0F3-4EC6-9A98-16CFD2A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We will report what moves through EcoMatch rather than make unverified impact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1AEC-ABF1-4A4F-B36B-840F22BF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5BC93-6153-4C7B-AA25-2CA2FDAE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1A821-15D6-46BF-8F38-E606C34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49243-7169-46ED-9897-E1BFCCF7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Assets reused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7C3DE-7D68-4476-88EC-A09534CC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Count of completed item or material exchanges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DF404-756A-4A22-B5F1-73470289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54B80-F61C-4597-8AC1-65CDC1E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Material diverted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32243-5121-4A94-8C6B-662B3027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Seller-entered, verified weight category or confirmed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768E6-CA78-495B-84AC-58DBD07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684D2-E7B3-4C2D-9165-783F40F7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Local circulation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64B16-B081-4BBD-A304-DD3298A7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Route distance and buyer/seller locality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0E7AC-D69D-4255-9D0E-5148EB2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7231D-EE58-4654-9908-A6EDE49A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Trust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F75C4-3D22-4B47-86B2-1E5471D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Verified listings, completed handovers and dispute resolution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5818E-56F8-4A40-9A3C-2C16D912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FF7E7"/>
                </a:solidFill>
                <a:latin typeface="Arial"/>
                <a:ea typeface="Arial"/>
                <a:cs typeface="Arial"/>
              </a:rPr>
              <a:t>Pilot goal: establish a credible baseline before publishing environmental savings.</a:t>
            </a:r>
          </a:p>
        </p:txBody>
      </p:sp>
    </p:spTree>
    <p:extLst>
      <p:ext uri="{BB962C8B-B14F-4D97-AF65-F5344CB8AC3E}">
        <p14:creationId xmlns:p14="http://schemas.microsoft.com/office/powerpoint/2010/main" val="1256629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0F757-E3CD-4511-A0D9-1FD1AA4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ED00A-B551-4616-873D-D599BE09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practical path to city-scale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F62C-AA9F-416F-A2EC-9B2E878B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Start with dense supply, learn from exchanges, then connect institutions and logistics.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CC101-ED89-49C0-9215-327D2AE3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534F6-07DF-401F-BC21-5258B034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3B47F-8614-4F51-8FA3-7D6FFD0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A0F82-BEA3-49F6-B614-A9C6FC0E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3D6DE-2062-4FBA-B688-9C231B5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9DD4C-3380-41B4-A89C-47C03933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Work with campuses, offices and local recyclers. Validate listing quality and successful handovers.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0F0C2-DB5F-4719-82A3-F766D42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1FAC9-904E-4C7D-AA20-C2384B85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64942-B74F-41B1-8054-BA1326B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131BB-9952-4FE9-85E0-CEE3ACC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Build repeat buyer-seller communities around material streams and local areas.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1EB74-8502-4EA7-BBF8-B16692E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044DF-277B-4736-AF45-340CEBA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A367F-273E-425A-8C65-632898DB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Institutional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9C337-5789-4A37-A1BA-523163B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Offer reporting, controlled workflows and reuse insights to organizations and city partners.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0EF73-AA9E-4D04-8010-BFE8E845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Revenue can come from transaction services and institutional workflow tools after the pilot proves exchange quality.</a:t>
            </a:r>
          </a:p>
        </p:txBody>
      </p:sp>
    </p:spTree>
    <p:extLst>
      <p:ext uri="{BB962C8B-B14F-4D97-AF65-F5344CB8AC3E}">
        <p14:creationId xmlns:p14="http://schemas.microsoft.com/office/powerpoint/2010/main" val="1634505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6303-5174-4C8B-A20B-6ECF0B7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D740B-4D55-4F10-B75F-DF4DFF1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 make reuse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visible, trusted and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worth choosing.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7396B-524F-430B-81F1-641E9EAD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652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EcoMatch\nGiving usable resources a trusted second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3483-296E-4E2C-8D8B-C163E99B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1905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93B14-EF09-4DCA-90DA-F44C180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75D66-3F57-423E-94D1-92BA9F5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7901F-D855-4F17-A403-1CB5241E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72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EcoMatch  |  Segue 3.0 Finale</a:t>
            </a:r>
          </a:p>
        </p:txBody>
      </p:sp>
    </p:spTree>
    <p:extLst>
      <p:ext uri="{BB962C8B-B14F-4D97-AF65-F5344CB8AC3E}">
        <p14:creationId xmlns:p14="http://schemas.microsoft.com/office/powerpoint/2010/main" val="1987292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2026-09-29T10:30:02.3160000Z</dcterms:created>
  <dcterms:modified xsi:type="dcterms:W3CDTF">2026-09-29T10:30:02.3160000Z</dcterms:modified>
</coreProperties>
</file>