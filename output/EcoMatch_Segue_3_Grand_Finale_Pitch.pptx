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09bacdd2124163" /><Relationship Type="http://schemas.openxmlformats.org/officeDocument/2006/relationships/extended-properties" Target="/docProps/app.xml" Id="Rea343f9c2e4b4be8" /><Relationship Type="http://schemas.openxmlformats.org/officeDocument/2006/relationships/officeDocument" Target="/ppt/presentation.xml" Id="R985d1dbff3ed47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3366136da4957"/>
  </p:sldMasterIdLst>
  <p:notesMasterIdLst>
    <p:notesMasterId xmlns:r="http://schemas.openxmlformats.org/officeDocument/2006/relationships" r:id="R47d70d61ea0f4cf8"/>
  </p:notesMasterIdLst>
  <p:sldIdLst>
    <p:sldId xmlns:r="http://schemas.openxmlformats.org/officeDocument/2006/relationships" id="256" r:id="Rc00ee25eb6ff412c"/>
    <p:sldId xmlns:r="http://schemas.openxmlformats.org/officeDocument/2006/relationships" id="257" r:id="R94aec077deed4ef3"/>
    <p:sldId xmlns:r="http://schemas.openxmlformats.org/officeDocument/2006/relationships" id="258" r:id="R9af5454a750d412f"/>
    <p:sldId xmlns:r="http://schemas.openxmlformats.org/officeDocument/2006/relationships" id="259" r:id="Re87ed71e241a4313"/>
    <p:sldId xmlns:r="http://schemas.openxmlformats.org/officeDocument/2006/relationships" id="260" r:id="R1257c98dde794669"/>
    <p:sldId xmlns:r="http://schemas.openxmlformats.org/officeDocument/2006/relationships" id="261" r:id="Rfcfa486c15a045ba"/>
    <p:sldId xmlns:r="http://schemas.openxmlformats.org/officeDocument/2006/relationships" id="262" r:id="R0a05a79b4ad440d1"/>
    <p:sldId xmlns:r="http://schemas.openxmlformats.org/officeDocument/2006/relationships" id="263" r:id="Ra454a7ba32504ea2"/>
    <p:sldId xmlns:r="http://schemas.openxmlformats.org/officeDocument/2006/relationships" id="264" r:id="R56f3be3275cf4680"/>
    <p:sldId xmlns:r="http://schemas.openxmlformats.org/officeDocument/2006/relationships" id="265" r:id="Raf03d428aa524cd6"/>
    <p:sldId xmlns:r="http://schemas.openxmlformats.org/officeDocument/2006/relationships" id="266" r:id="R800ee41255ac45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92667c8f27435d" /><Relationship Type="http://schemas.openxmlformats.org/officeDocument/2006/relationships/slideMaster" Target="/ppt/slideMasters/slideMaster1.xml" Id="R9793366136da4957" /><Relationship Type="http://schemas.openxmlformats.org/officeDocument/2006/relationships/notesMaster" Target="/ppt/notesMasters/notesMaster1.xml" Id="R47d70d61ea0f4cf8" /><Relationship Type="http://schemas.openxmlformats.org/officeDocument/2006/relationships/presProps" Target="/ppt/presProps.xml" Id="R0df0e5e68b3740ed" /><Relationship Type="http://schemas.openxmlformats.org/officeDocument/2006/relationships/tableStyles" Target="/ppt/tableStyles.xml" Id="R4466aa8e0f464de2" /><Relationship Type="http://schemas.openxmlformats.org/officeDocument/2006/relationships/slide" Target="/ppt/slides/slide1.xml" Id="Rc00ee25eb6ff412c" /><Relationship Type="http://schemas.openxmlformats.org/officeDocument/2006/relationships/slide" Target="/ppt/slides/slide2.xml" Id="R94aec077deed4ef3" /><Relationship Type="http://schemas.openxmlformats.org/officeDocument/2006/relationships/slide" Target="/ppt/slides/slide3.xml" Id="R9af5454a750d412f" /><Relationship Type="http://schemas.openxmlformats.org/officeDocument/2006/relationships/slide" Target="/ppt/slides/slide4.xml" Id="Re87ed71e241a4313" /><Relationship Type="http://schemas.openxmlformats.org/officeDocument/2006/relationships/slide" Target="/ppt/slides/slide5.xml" Id="R1257c98dde794669" /><Relationship Type="http://schemas.openxmlformats.org/officeDocument/2006/relationships/slide" Target="/ppt/slides/slide6.xml" Id="Rfcfa486c15a045ba" /><Relationship Type="http://schemas.openxmlformats.org/officeDocument/2006/relationships/slide" Target="/ppt/slides/slide7.xml" Id="R0a05a79b4ad440d1" /><Relationship Type="http://schemas.openxmlformats.org/officeDocument/2006/relationships/slide" Target="/ppt/slides/slide8.xml" Id="Ra454a7ba32504ea2" /><Relationship Type="http://schemas.openxmlformats.org/officeDocument/2006/relationships/slide" Target="/ppt/slides/slide9.xml" Id="R56f3be3275cf4680" /><Relationship Type="http://schemas.openxmlformats.org/officeDocument/2006/relationships/slide" Target="/ppt/slides/slide10.xml" Id="Raf03d428aa524cd6" /><Relationship Type="http://schemas.openxmlformats.org/officeDocument/2006/relationships/slide" Target="/ppt/slides/slide11.xml" Id="R800ee41255ac45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478bc3e88d46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f52d78adb84f7d" /><Relationship Type="http://schemas.openxmlformats.org/officeDocument/2006/relationships/notesMaster" Target="/ppt/notesMasters/notesMaster1.xml" Id="R73a717e3824543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a4825255ef4651" /><Relationship Type="http://schemas.openxmlformats.org/officeDocument/2006/relationships/notesMaster" Target="/ppt/notesMasters/notesMaster1.xml" Id="R6f8cea1b698249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aaddd196ba45d2" /><Relationship Type="http://schemas.openxmlformats.org/officeDocument/2006/relationships/notesMaster" Target="/ppt/notesMasters/notesMaster1.xml" Id="Rb79a47ee835f42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0fac9a41764edc" /><Relationship Type="http://schemas.openxmlformats.org/officeDocument/2006/relationships/notesMaster" Target="/ppt/notesMasters/notesMaster1.xml" Id="Rfd4e1080edaf4b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8c85732eeb4d04" /><Relationship Type="http://schemas.openxmlformats.org/officeDocument/2006/relationships/notesMaster" Target="/ppt/notesMasters/notesMaster1.xml" Id="R2ba20a0a66214f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c414e81f284d30" /><Relationship Type="http://schemas.openxmlformats.org/officeDocument/2006/relationships/notesMaster" Target="/ppt/notesMasters/notesMaster1.xml" Id="Reb4201445e014a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026a9a669e42d0" /><Relationship Type="http://schemas.openxmlformats.org/officeDocument/2006/relationships/notesMaster" Target="/ppt/notesMasters/notesMaster1.xml" Id="R99fcf44fb53846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b53f657e684838" /><Relationship Type="http://schemas.openxmlformats.org/officeDocument/2006/relationships/notesMaster" Target="/ppt/notesMasters/notesMaster1.xml" Id="Rd8427f1d845e47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f0d34b2d6b42c1" /><Relationship Type="http://schemas.openxmlformats.org/officeDocument/2006/relationships/notesMaster" Target="/ppt/notesMasters/notesMaster1.xml" Id="R4bee64bd893d4c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acec52218041b2" /><Relationship Type="http://schemas.openxmlformats.org/officeDocument/2006/relationships/notesMaster" Target="/ppt/notesMasters/notesMaster1.xml" Id="Rb19101df62714a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f3fda7b58e43ef" /><Relationship Type="http://schemas.openxmlformats.org/officeDocument/2006/relationships/notesMaster" Target="/ppt/notesMasters/notesMaster1.xml" Id="R199e1c7f992049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EcoMatch helps cities recover value before usable material becomes waste. Show the live product after the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framing. No local waste statistic is claimed without a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https://sdgs.un.org/goals/goal11. Target 11.6 wording. EcoMatch contribution is an intended pathway, not a measured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problem model based on product design observation. No customer validation count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EcoMatch workflow. Demo it live after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proof based on deployed EcoMatch application. Live URL: https://eco-match-sepia.vercel.app/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Integrity controls: browser does not choose pickup, product price or distance. Real carrier booking and payment are not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call every user verified. The platform displays distinct identity, listing and handover signals.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impact measures are proposed product metrics. No environmental savings figures are claimed until measurement methodology and pilot data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is a plan, not a forecast. Avoid revenue claims until pilot metrics and pricing validation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ask: invite judges to open the deployed app. End, then switch to the live product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cbf80132041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85f283c3b04070" /><Relationship Type="http://schemas.openxmlformats.org/officeDocument/2006/relationships/slideLayout" Target="/ppt/slideLayouts/slideLayout1.xml" Id="R876a75cb15f440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a75cb15f440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e02719acd49d3" /><Relationship Type="http://schemas.openxmlformats.org/officeDocument/2006/relationships/notesSlide" Target="/ppt/notesSlides/notesSlide1.xml" Id="Ra567281bfc0f41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6d321f08548fd" /><Relationship Type="http://schemas.openxmlformats.org/officeDocument/2006/relationships/notesSlide" Target="/ppt/notesSlides/notesSlide2.xml" Id="R4d9c230c877342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4dfd7ffe8421c" /><Relationship Type="http://schemas.openxmlformats.org/officeDocument/2006/relationships/notesSlide" Target="/ppt/notesSlides/notesSlide3.xml" Id="R10b3ffe65cf34d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adad1ec78441f" /><Relationship Type="http://schemas.openxmlformats.org/officeDocument/2006/relationships/notesSlide" Target="/ppt/notesSlides/notesSlide4.xml" Id="R93fd09bbb8bc46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ee6e1b8514f46" /><Relationship Type="http://schemas.openxmlformats.org/officeDocument/2006/relationships/notesSlide" Target="/ppt/notesSlides/notesSlide5.xml" Id="R3dfd91c84b254d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15168d37b4d0f" /><Relationship Type="http://schemas.openxmlformats.org/officeDocument/2006/relationships/image" Target="/ppt/media/image.png" Id="R896b9df81a3a4a72" /><Relationship Type="http://schemas.openxmlformats.org/officeDocument/2006/relationships/notesSlide" Target="/ppt/notesSlides/notesSlide6.xml" Id="Ra334c06032194b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2a8d015324517" /><Relationship Type="http://schemas.openxmlformats.org/officeDocument/2006/relationships/notesSlide" Target="/ppt/notesSlides/notesSlide7.xml" Id="Rdf1830f6e17f45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7951e39f0479f" /><Relationship Type="http://schemas.openxmlformats.org/officeDocument/2006/relationships/notesSlide" Target="/ppt/notesSlides/notesSlide8.xml" Id="R5fa8a2f3b5a045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225001a8a4293" /><Relationship Type="http://schemas.openxmlformats.org/officeDocument/2006/relationships/notesSlide" Target="/ppt/notesSlides/notesSlide9.xml" Id="R13dd84d563fe4a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fb0c9ff724145" /><Relationship Type="http://schemas.openxmlformats.org/officeDocument/2006/relationships/notesSlide" Target="/ppt/notesSlides/notesSlide10.xml" Id="Rea6f91c078c841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9e11d79fc4ac2" /><Relationship Type="http://schemas.openxmlformats.org/officeDocument/2006/relationships/notesSlide" Target="/ppt/notesSlides/notesSlide11.xml" Id="R3905434ef75d4d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0C05E-1F3F-4EB9-AD1D-1D4939A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857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BF728-B273-47CF-AA69-E5C42108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0A343-2808-48EE-A8F4-3EDC8380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81125"/>
            <a:ext cx="7239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circular marketplace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cleaner, more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resourceful cities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DA022-8913-4627-A726-8A34D7BB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7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7E7DF"/>
                </a:solidFill>
                <a:latin typeface="Arial"/>
                <a:ea typeface="Arial"/>
                <a:cs typeface="Arial"/>
              </a:rPr>
              <a:t>Giving usable materials, equipment and industrial surplus a trusted second life.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E100A-6FA1-47F9-A804-FFA0F61E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33500"/>
            <a:ext cx="2476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33DD6-4FA8-4D4F-A0AE-2CE3F2BC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097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31739-6205-4602-9EA7-5EA1EA18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Sustainable Cities</a:t>
            </a:r>
          </a:p>
          <a:p xmlns:a="http://schemas.openxmlformats.org/drawingml/2006/main">
            <a:pPr algn="ctr">
              <a:defRPr sz="127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and Communities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B0EAF-06D2-418B-98C4-84F804BD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Segue 3.0 Finale  |  Team EcoMatch</a:t>
            </a:r>
          </a:p>
          <a:p xmlns:a="http://schemas.openxmlformats.org/drawingml/2006/main">
            <a:pPr algn="l">
              <a:defRPr sz="112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Janit Kumar Hind · Krish Tiwari · Jeetu Yadav · Khushboo Sharma · Khushi Kumari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F9F36-19E9-4FE1-B4D8-98BDB4C0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531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Live product</a:t>
            </a:r>
          </a:p>
          <a:p xmlns:a="http://schemas.openxmlformats.org/drawingml/2006/main">
            <a:pPr algn="r">
              <a:defRPr sz="9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eco-match-sepia.vercel.app</a:t>
            </a:r>
          </a:p>
        </p:txBody>
      </p:sp>
    </p:spTree>
    <p:extLst>
      <p:ext uri="{BB962C8B-B14F-4D97-AF65-F5344CB8AC3E}">
        <p14:creationId xmlns:p14="http://schemas.microsoft.com/office/powerpoint/2010/main" val="1827236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3F25C-38D9-40AF-A777-E9CA0092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7896A-0444-49BC-9561-48294C46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The urban surplus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6DA69-E0FA-4D6E-B194-BBC9F732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Usable assets are difficult to discover, verify and move before they become waste.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1EAEA-B301-41B8-802C-73E7AD5F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C3213-9FA7-4A63-86B5-B2A17ED9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BC48D-1033-4AB7-A6B9-0E9A94F9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A city already has the material it needs.</a:t>
            </a:r>
          </a:p>
          <a:p xmlns:a="http://schemas.openxmlformats.org/drawingml/2006/main">
            <a:pPr algn="l">
              <a:defRPr sz="262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It is simply locked inside offices, warehouses and institutions.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F975E-27F9-4BDE-9A23-2D572F9C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41910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4E89F-A51A-45A0-AA8E-1A6DF1B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What happens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FCBF0-AAFD-4CDD-BDBA-E36A1614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CAD38-1C21-4825-A433-E1934901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974DF-6374-44A9-8C9C-F5381CA2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575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A seller has usable surplus but no trusted 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C4FC7-581B-4E5F-BD8A-12BFFA2B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9DB05-B020-40D5-A47D-BAECF900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3FE91-DEF3-43D1-A3B5-276FAE12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480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A buyer cannot assess condition, location or fair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91A51-ED25-490A-AF95-42F97F59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C3DAD-FF2D-495E-B583-DDCE1C73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0530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24A34-314A-4D36-ABA9-61995F2F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38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Transport and handover feel risky, so reuse stalls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8F2E3-D5DC-4D57-B877-A88539AC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Result: material loses value, disposal pressure grows and cities miss a local reuse opportunity.</a:t>
            </a:r>
          </a:p>
        </p:txBody>
      </p:sp>
    </p:spTree>
    <p:extLst>
      <p:ext uri="{BB962C8B-B14F-4D97-AF65-F5344CB8AC3E}">
        <p14:creationId xmlns:p14="http://schemas.microsoft.com/office/powerpoint/2010/main" val="1922035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CCA70-2B5C-4CEE-87B7-643EDFF6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E0425-1044-4561-9C01-5975D6B0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Reuse before disposal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1F8B1-6E25-4DDC-8EB0-06922212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EcoMatch creates a local path for usable assets before they enter the waste stream.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88BBB-5B40-49AC-A13B-9D626EC1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B0C08-4F06-4ECA-9E69-5EF97553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7AA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4FCD3-22DE-4DAA-B13C-812C61D4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“Reduce the adverse per capita environmental impact of cities … paying special attention to air quality and municipal and other waste management.”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317D8-5F0F-45E0-98B1-DDED368A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188595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5A2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88F77-8970-4FFD-8BA3-F17C8D92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11.6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612B8-A835-4FA2-9F81-2C677EEE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1457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Waste management</a:t>
            </a:r>
          </a:p>
          <a:p xmlns:a="http://schemas.openxmlformats.org/drawingml/2006/main">
            <a:pPr algn="ctr">
              <a:defRPr sz="112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&amp; city impact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E05DD-09ED-402E-9610-8423C2EB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823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FF7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FF7E7"/>
                </a:solidFill>
                <a:latin typeface="Arial"/>
                <a:ea typeface="Arial"/>
                <a:cs typeface="Arial"/>
              </a:rPr>
              <a:t>EcoMatch acts upstream: it makes reuse a practical option before a usable item reaches the waste stream.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6FAFC-8EE7-4A51-A970-CF496BF1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67425"/>
            <a:ext cx="685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C0B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C0B3"/>
                </a:solidFill>
                <a:latin typeface="Arial"/>
                <a:ea typeface="Arial"/>
                <a:cs typeface="Arial"/>
              </a:rPr>
              <a:t>Source: United Nations Sustainable Development Goal 11, Target 11.6</a:t>
            </a:r>
          </a:p>
        </p:txBody>
      </p:sp>
    </p:spTree>
    <p:extLst>
      <p:ext uri="{BB962C8B-B14F-4D97-AF65-F5344CB8AC3E}">
        <p14:creationId xmlns:p14="http://schemas.microsoft.com/office/powerpoint/2010/main" val="42037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20AA3-4FEC-4DA0-B5D5-B92B8CB9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61CDA-6511-44F3-B22C-0CBA436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Three users, one broken exchange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0693F-D10D-4C3A-9526-A0A4CA62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Each stakeholder sees the same surplus through a different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0D2D2-A401-4F9A-869B-1D339211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7FDB5-79D3-40E1-BA1E-664F582E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B9812-4989-48F0-BC26-DA991CEE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C54FE-D36D-4DDB-BB8C-1141AD33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Material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0542C-A0FD-4206-BD06-B1DA6532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“I want to recover value, but I need a serious buyer and safe pickup.”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DE540-6FBF-40E8-B0B3-55E6811D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D4A77-ED81-40C4-8F34-72BDBAEB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143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64B1C-06C7-4DF9-AA50-39B2416E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Buyer / recycler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CF7CA-CDB1-4EF3-8D62-534E9EF1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“I need condition, price and location clarity before committing.”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EC4AF-5334-4EA7-965A-15B4BD5E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00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CB623-4AD5-43F8-A182-CB0B966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3143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343F1-A459-4999-A056-A97BB46B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City ecosystem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71768-6AAA-47D7-B516-DFF790FB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“More assets should circulate locally before they become disposal work.”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78E52-2403-4EDA-A4FF-1A60FC17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43E88-A812-4E1F-92C5-6095EE42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EcoMatch gives each side the information and protocol needed to progress to a safe exchange.</a:t>
            </a:r>
          </a:p>
        </p:txBody>
      </p:sp>
    </p:spTree>
    <p:extLst>
      <p:ext uri="{BB962C8B-B14F-4D97-AF65-F5344CB8AC3E}">
        <p14:creationId xmlns:p14="http://schemas.microsoft.com/office/powerpoint/2010/main" val="1435315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B05208-EA18-4A73-8880-5292D559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C316C-4FB9-455B-B945-EC7DA924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EcoMatch turns scattered surplus into a trusted exchange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6D844-7F91-49BC-A301-E7837EC3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LIST  →  MATCH  →  VERIFY  →  DEAL  →  MOVE  →  HANDOVER  →  OWNERSHIP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F1864-25D7-42DC-B2CE-13685CD8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B0A60-2F0F-4456-8DDF-70B868DD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7AA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06E09-D5D3-4F4B-B3C9-BC748441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B43B7-4467-4B0B-8932-A4121F87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241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68A95-4470-4AB5-BA0E-23287FDA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479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92E96-3B89-4680-B720-389915F5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6697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Photos and product details become a structured listing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95603-D29A-4A53-B838-4EAD9E76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2892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120F8-6586-4E98-8B30-02F819FE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B6476-F559-4D2A-8C8E-A123B2AA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5CECC-CC67-4E66-87D7-91278E90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146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B41B9-5383-4A4B-9810-5C9B6C3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3372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AI assistance, condition notes and fair-price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B3911-0F5F-4018-98C0-B73F4B3B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9567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B6BE6-A793-4425-8087-59C210ED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198CA-607D-41F5-9E9F-683E2100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AF017-386E-4D6E-B6A9-305ABCF5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814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54CD3-C11F-43E6-8728-4B73AA7B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0047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Private negotiation with verified identity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8C4C7-EEB2-488F-AA78-63CC1533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6242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3ED44-D90D-44E2-B203-15689E70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6B2F9-3A1B-4E42-B8C4-8B02870A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243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D381A-E0E6-4CC0-8E52-5211F158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481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E3654-E7E5-401C-8E1A-FF92280E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6722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Seller pickup and buyer destination create a route estimate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C1225C-6A4F-4ED0-B824-70E912E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9946E6-469D-437B-8FF8-31AEDE44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CFEFBA-D01A-429A-B164-410C5777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911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BFFF38-0D8B-4DB8-91C5-8D2CE430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149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A1075D-3981-4841-BECA-03740672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3397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Evidence, QR/OTP handover and ledger record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103566-21B4-4265-B0F2-25803389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One platform for discovery, confidence and accountable handover.</a:t>
            </a:r>
          </a:p>
        </p:txBody>
      </p:sp>
    </p:spTree>
    <p:extLst>
      <p:ext uri="{BB962C8B-B14F-4D97-AF65-F5344CB8AC3E}">
        <p14:creationId xmlns:p14="http://schemas.microsoft.com/office/powerpoint/2010/main" val="654949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5DC5D6-662A-43AD-9DAB-4ECC9C1E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EE647-82BF-4B47-9BAD-56560BD8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This is not a concept. EcoMatch is live.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9EB2F-C6DF-4B5B-84C5-194B0452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A deployed product connects discovery to a secure deal 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EDDFD-D835-4D63-94F8-3954991F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5BC96-B125-40B9-9335-6C076FA4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b9df81a3a4a72"/>
          <a:srcRect xmlns:a="http://schemas.openxmlformats.org/drawingml/2006/main" l="10515" t="0" r="105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238375"/>
            <a:ext cx="4286250" cy="3048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5181D-C13C-452A-BE18-EE2B7A18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A742F-E3BF-4D09-AE87-D7C27733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B962A-1BBE-4F8D-A11A-706FFAA7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F80DE-A089-429D-9045-2CAE4AD2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Search reusable materials, filter by location and view seller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54A68-4746-4D18-A3C5-AF7AABC5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16125-9FA5-4838-8D01-A35AC221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A9C54-9E29-4F44-AD4D-B14B5EA0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194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AI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547E9-20CA-490B-B340-6F6D8EC4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Classify materials and support clearer product information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56E7B-7FE4-48F4-B4AB-ABC55620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B3701-FC1F-4650-AFE0-D8D24631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5C0DC-99CC-40B9-A636-035E11EE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194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Deal room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C005B-EB71-4D9F-99E5-2CCB95D6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Agree terms, chat privately and choose fulfilment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86667-3446-4E76-862B-F3FEC031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2B3EE-7303-46AB-B0DC-A04D7F1D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8A443-5E8B-4C74-899D-4153C96F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Secure delivery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F7508-E6B8-4FC5-A905-E68CC7A4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Route-based estimate, payment simulation, QR/OTP handover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BA47D-30BC-488C-A5B2-607CE2ED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8145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C7BA29-5089-405E-B1F5-4F6CF58E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FA1D60-40D0-4120-A167-8EDAF1B8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Ledger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43C61-8FAF-4070-8E8B-87D1DDDA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434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Record completion and ownership transfer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63BEA-1FAE-4B4D-81C2-503E60D1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A370C8-2916-43D2-A049-ADDEF514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8D2F49-33F5-4E70-AB99-31C7274E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Trust Center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6CC135-7FE0-42BA-B028-B053DB09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Admin review for listings, delivery cases and disputes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59100-877A-426B-83A4-D103BF19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Live demo: eco-match-sepia.vercel.app</a:t>
            </a:r>
          </a:p>
        </p:txBody>
      </p:sp>
    </p:spTree>
    <p:extLst>
      <p:ext uri="{BB962C8B-B14F-4D97-AF65-F5344CB8AC3E}">
        <p14:creationId xmlns:p14="http://schemas.microsoft.com/office/powerpoint/2010/main" val="2207905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A10F74-7B6D-4A4F-BF2C-708C7A32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EDF4C-9556-4A3C-BF57-0DE02F75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marketplace is easy to build. Trust is harder.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230ED-8A5F-46FC-8E3C-482DF1F0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VERIFY THE PERSON  →  VERIFY THE PRODUCT  →  SECURE THE MEETING  →  VERIFY THE EXCHANGE  →  TRACE THE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B8B38-484E-49C4-82B3-18437656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23314-4B3F-45C2-AC74-12E8AF8A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7AA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122A6-8B37-4C43-AB73-CEA881FE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3B240-E902-427D-9C27-FBEB8616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Seller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8BC3C-35F4-4AE0-9721-88886CD6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Saved pickup location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price from deal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0F3D1-575A-4979-8711-0E3B2E50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07561-E835-4B26-8D83-03544421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A098E-13A4-4373-8B57-B2611DB0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38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DBD1A-4D7D-421A-8C13-682BF525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Road distance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Weight &amp; vehicle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3EF36-3C4B-4961-96F7-1A3AAEEC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ED921-EE73-4F23-9D60-FA023809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1C95C-95A9-454A-A8E9-635A7913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38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Buyer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32889-10D3-41EF-A491-22BBC467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location or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searched destination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93FC0-C11F-4C74-96E8-CA59F9A3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Estimated total = product price + delivery estimate + 10% delivery service fee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0BAC5-D6DC-46A3-8AED-C125693D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Carrier booking and payment stay labelled as simulation until partner and gateway credentials are connected.</a:t>
            </a:r>
          </a:p>
        </p:txBody>
      </p:sp>
    </p:spTree>
    <p:extLst>
      <p:ext uri="{BB962C8B-B14F-4D97-AF65-F5344CB8AC3E}">
        <p14:creationId xmlns:p14="http://schemas.microsoft.com/office/powerpoint/2010/main" val="1518407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B4F9E-DB48-4FC7-951E-F32B2165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077C4-1291-4F2D-983F-0227466C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Trust moves the exchange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C808D-5F4C-489F-B0EE-6AA50973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separates the signals a buyer needs before agreeing to a handover.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A70F4-B2E2-48B0-AC6A-7E8D6E30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74A92-D7A2-4F2E-AD15-6C813581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1A2E6-6365-4BCF-ACD0-D4B7F675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DFCFF-D453-46E4-83C2-74DD25BA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00239-8959-4835-941D-F09E65C2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29FCA-FFA7-49F3-AEBD-BDCDA9C1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KYC status makes the counterparty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B8C3C-589C-4609-BC87-FEED1FFA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23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2500A-5A00-473C-8385-1C8E4C04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FB8AA-7343-4DEA-AA36-A0AF764E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Listing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94EB9-DF4A-4872-A2EE-C9791A3A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Images, condition and admin review support listing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E0A86-0161-4DF1-959D-A8A6E9E1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6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09274-521A-4EF0-A75B-65E9BE96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EAC5F-58F5-4F88-980A-42354307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4A168-0CDF-40B4-B87E-4CEA5918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Private deal terms and payment state create a shared 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435EB-E4FC-424A-A4B2-D619C25C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8AD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F43C0-E3BA-42CF-BB99-10C3DC0A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2E8A3-7112-4C13-A9EA-CB5AF60A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Handover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E4807-E332-480D-B766-74E44555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Evidence plus a time-bound QR/OTP completes the physical exchange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F1414-C43E-49D2-B067-BE9F4820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The aim: make the transaction inspectable, accountable and easier to complete.</a:t>
            </a:r>
          </a:p>
        </p:txBody>
      </p:sp>
    </p:spTree>
    <p:extLst>
      <p:ext uri="{BB962C8B-B14F-4D97-AF65-F5344CB8AC3E}">
        <p14:creationId xmlns:p14="http://schemas.microsoft.com/office/powerpoint/2010/main" val="11718920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C34DD-A363-4118-8707-0FF80CB6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FAB5F-C824-497D-B1FD-926EF03E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Impact measurement begins with every completed exchange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A0DF7-6B3F-4BC9-B413-0526AAA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We will report what moves through EcoMatch rather than make unverified impact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9322E-9ABD-4148-BD44-853B5C1B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BF9EE-FB17-41D4-90BE-928A5259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7AA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590E0-7865-4279-9241-5F6C17CD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105A2-6549-4041-BE60-3C7CC35F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19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Assets reused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6A0B1-9461-47CD-B4D6-15AF046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971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Count of completed item or material exchanges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5CEF3-AE9D-44EB-829A-FE0A4ACF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EA7FC-37BA-4DBE-9471-BCE4B1B1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19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Material diverted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B50CC-67FA-4BD0-8FC2-9F99EAA9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71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Seller-entered, verified weight category or confirmed weight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026C2-3E84-4550-ADAD-0F344005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3D589-B58D-4621-8027-346B77D3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43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Local circulation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9461A-26E5-4176-8476-ED3F2B99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95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Route distance and buyer/seller locality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7E5B5-6EDE-4B60-85ED-6C1C3311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6746A-6B4D-4D0B-98D8-BA228E1B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43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Trust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DE951-4D1B-4566-9142-C63B89DC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95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Verified listings, completed handovers and dispute resolution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F4434-EFAE-4E2C-9721-FBE1EC7C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FF7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FF7E7"/>
                </a:solidFill>
                <a:latin typeface="Arial"/>
                <a:ea typeface="Arial"/>
                <a:cs typeface="Arial"/>
              </a:rPr>
              <a:t>Pilot goal: establish a credible baseline before publishing environmental savings.</a:t>
            </a:r>
          </a:p>
        </p:txBody>
      </p:sp>
    </p:spTree>
    <p:extLst>
      <p:ext uri="{BB962C8B-B14F-4D97-AF65-F5344CB8AC3E}">
        <p14:creationId xmlns:p14="http://schemas.microsoft.com/office/powerpoint/2010/main" val="12533393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73100-DF7E-437B-B6E0-8D694E15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D25E4-D9C5-4D51-B756-32A7A640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A practical path to city-scale reuse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14282-6502-4CED-8939-2C185BC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Start with dense supply, learn from exchanges, then connect institutions and logistics.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EF490-AA1C-4EE3-9757-76944790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33CA3-EAB4-48D4-8B25-33A2CB8C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0C408-5F03-41F5-9E98-F3A57A01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F58C1-9F65-4567-8EC2-6896681E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13355-CC62-46D1-805F-4B003B16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98635-4912-4522-AA0D-AED6DA19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95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Work with campuses, offices and local recyclers. Validate listing quality and successful handovers.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D97E7-6401-474C-90E4-B2A62933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AB03A-CAD2-459F-A605-507A409D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07AB2-A71B-41AC-BF91-7EE8B9C1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DE0C7-9B18-4221-835F-020AB672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195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Build repeat buyer-seller communities around material streams and local areas.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C2058-D734-4EBB-B85D-E23C52D6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14625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EAB65-7D51-40C5-AC69-F9A9D7B4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36428-4CBD-4BAB-BF66-53B2EE2D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Institutional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A3C28-C7A8-4539-BEC5-56DF31DB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Offer reporting, controlled workflows and reuse insights to organizations and city partners.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BC29A-C203-4EF6-A12D-9E65FB8B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Revenue can come from transaction services and institutional workflow tools after the pilot proves exchange quality.</a:t>
            </a:r>
          </a:p>
        </p:txBody>
      </p:sp>
    </p:spTree>
    <p:extLst>
      <p:ext uri="{BB962C8B-B14F-4D97-AF65-F5344CB8AC3E}">
        <p14:creationId xmlns:p14="http://schemas.microsoft.com/office/powerpoint/2010/main" val="17795150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3A166-93DE-403E-B52E-40762570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2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84F0E-C72E-47EB-AC56-55366A7F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733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Help us make reuse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visible, trusted and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worth choosing.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73926-04E4-4D65-9DD3-71B6351E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652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7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7E7DF"/>
                </a:solidFill>
                <a:latin typeface="Arial"/>
                <a:ea typeface="Arial"/>
                <a:cs typeface="Arial"/>
              </a:rPr>
              <a:t>EcoMatch\nGiving usable resources a trusted second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25C63-F125-4740-8F1C-0B84528F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190500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EFA7B-FC6B-429C-8482-55A2B4EE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LIVE</a:t>
            </a:r>
          </a:p>
          <a:p xmlns:a="http://schemas.openxmlformats.org/drawingml/2006/main">
            <a:pPr algn="ctr">
              <a:defRPr sz="210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29119-6E4C-4126-A567-8F420F25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eco-match-sepia.vercel.app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411AB-4A8B-41EA-8D3A-2AC2B6B4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72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C0B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AC0B3"/>
                </a:solidFill>
                <a:latin typeface="Arial"/>
                <a:ea typeface="Arial"/>
                <a:cs typeface="Arial"/>
              </a:rPr>
              <a:t>EcoMatch  |  Segue 3.0 Finale</a:t>
            </a:r>
          </a:p>
        </p:txBody>
      </p:sp>
    </p:spTree>
    <p:extLst>
      <p:ext uri="{BB962C8B-B14F-4D97-AF65-F5344CB8AC3E}">
        <p14:creationId xmlns:p14="http://schemas.microsoft.com/office/powerpoint/2010/main" val="1619441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2026-09-29T10:29:14.7790000Z</dcterms:created>
  <dcterms:modified xsi:type="dcterms:W3CDTF">2026-09-29T10:29:14.7790000Z</dcterms:modified>
</coreProperties>
</file>